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4828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980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1274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55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688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224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31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307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0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93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004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2359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316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1051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31095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08099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324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170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DD0CC-D5C5-34A1-82C7-80794EA1F2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err="1"/>
              <a:t>SwitchBall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4695D7-CD7B-E2F3-FC1F-A3CB335222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622602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(A Dodgeball hybrid)</a:t>
            </a:r>
            <a:br>
              <a:rPr lang="en-IN" b="1" dirty="0"/>
            </a:br>
            <a:endParaRPr lang="en-IN" b="1" dirty="0"/>
          </a:p>
          <a:p>
            <a:pPr algn="r"/>
            <a:r>
              <a:rPr lang="en-IN" sz="1800" b="1" dirty="0"/>
              <a:t>					   Submitted By: </a:t>
            </a:r>
            <a:r>
              <a:rPr lang="en-IN" sz="1800" dirty="0"/>
              <a:t>Paras Garg</a:t>
            </a:r>
            <a:br>
              <a:rPr lang="en-IN" sz="1800" b="1" dirty="0"/>
            </a:br>
            <a:r>
              <a:rPr lang="en-IN" sz="1800" b="1" dirty="0"/>
              <a:t>						       Roll No: </a:t>
            </a:r>
            <a:r>
              <a:rPr lang="en-IN" sz="1800" dirty="0"/>
              <a:t>2310992173</a:t>
            </a:r>
            <a:r>
              <a:rPr lang="en-IN" sz="1800" b="1" dirty="0"/>
              <a:t>				Group:</a:t>
            </a:r>
            <a:r>
              <a:rPr lang="en-IN" sz="1800" dirty="0"/>
              <a:t> G 30</a:t>
            </a:r>
          </a:p>
        </p:txBody>
      </p:sp>
    </p:spTree>
    <p:extLst>
      <p:ext uri="{BB962C8B-B14F-4D97-AF65-F5344CB8AC3E}">
        <p14:creationId xmlns:p14="http://schemas.microsoft.com/office/powerpoint/2010/main" val="2663285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modern mini-variant of Dodgeball for 4 players.</a:t>
            </a:r>
          </a:p>
          <a:p>
            <a:r>
              <a:rPr dirty="0"/>
              <a:t>Played in a straight-line setup</a:t>
            </a:r>
            <a:r>
              <a:rPr lang="en-IN" dirty="0"/>
              <a:t> </a:t>
            </a:r>
            <a:r>
              <a:rPr lang="en-IN" b="1" dirty="0"/>
              <a:t>(A – B – A - B)</a:t>
            </a:r>
            <a:r>
              <a:rPr lang="en-IN" dirty="0"/>
              <a:t>.</a:t>
            </a:r>
            <a:endParaRPr dirty="0"/>
          </a:p>
          <a:p>
            <a:r>
              <a:rPr b="1" dirty="0"/>
              <a:t>Core thrill:</a:t>
            </a:r>
            <a:r>
              <a:rPr dirty="0"/>
              <a:t> </a:t>
            </a:r>
            <a:r>
              <a:rPr lang="en-IN" dirty="0"/>
              <a:t>Along with </a:t>
            </a:r>
            <a:r>
              <a:rPr dirty="0"/>
              <a:t>dodging</a:t>
            </a:r>
            <a:r>
              <a:rPr lang="en-IN" dirty="0"/>
              <a:t> &amp;</a:t>
            </a:r>
            <a:r>
              <a:rPr dirty="0"/>
              <a:t> catching, switching roles between </a:t>
            </a:r>
            <a:r>
              <a:rPr lang="en-IN" dirty="0"/>
              <a:t>attack &amp; defend at the perfect time is the most important aspect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Player</a:t>
            </a:r>
            <a:r>
              <a:rPr lang="en-IN" b="1" dirty="0"/>
              <a:t> Requirements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4 Players divided into 2 Teams:</a:t>
            </a:r>
          </a:p>
          <a:p>
            <a:r>
              <a:rPr dirty="0"/>
              <a:t>• </a:t>
            </a:r>
            <a:r>
              <a:rPr b="1" dirty="0"/>
              <a:t>Team A:</a:t>
            </a:r>
            <a:r>
              <a:rPr dirty="0"/>
              <a:t> Positions 1 &amp; 3</a:t>
            </a:r>
          </a:p>
          <a:p>
            <a:r>
              <a:rPr dirty="0"/>
              <a:t>• </a:t>
            </a:r>
            <a:r>
              <a:rPr b="1" dirty="0"/>
              <a:t>Team B:</a:t>
            </a:r>
            <a:r>
              <a:rPr dirty="0"/>
              <a:t> Positions 2 &amp; 4</a:t>
            </a:r>
          </a:p>
          <a:p>
            <a:r>
              <a:rPr b="1" dirty="0"/>
              <a:t>Layout</a:t>
            </a:r>
            <a:r>
              <a:rPr dirty="0"/>
              <a:t> → A – B – A – 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Game Field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Straight line marked with 4 player spots.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				</a:t>
            </a:r>
            <a:r>
              <a:rPr lang="en-IN" b="1" dirty="0"/>
              <a:t>A – B – A – B</a:t>
            </a:r>
            <a:endParaRPr b="1" dirty="0"/>
          </a:p>
          <a:p>
            <a:r>
              <a:rPr dirty="0"/>
              <a:t>Players remain fixed </a:t>
            </a:r>
            <a:r>
              <a:rPr lang="en-IN" dirty="0"/>
              <a:t>o</a:t>
            </a:r>
            <a:r>
              <a:rPr dirty="0"/>
              <a:t>n their </a:t>
            </a:r>
            <a:r>
              <a:rPr lang="en-IN" dirty="0"/>
              <a:t>line (but can duck/move horizontally to defend).</a:t>
            </a:r>
            <a:endParaRPr dirty="0"/>
          </a:p>
          <a:p>
            <a:r>
              <a:rPr dirty="0"/>
              <a:t>Attackers throw from ends, defenders dodge in between</a:t>
            </a:r>
            <a:r>
              <a:rPr lang="en-IN" dirty="0"/>
              <a:t> (alternate placings).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Required </a:t>
            </a:r>
            <a:r>
              <a:rPr b="1" dirty="0"/>
              <a:t>Equipment</a:t>
            </a:r>
            <a:r>
              <a:rPr lang="en-IN" b="1" dirty="0"/>
              <a:t>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 soft lightweight ball.</a:t>
            </a:r>
          </a:p>
          <a:p>
            <a:r>
              <a:rPr lang="en-IN" dirty="0"/>
              <a:t>Any </a:t>
            </a:r>
            <a:r>
              <a:rPr dirty="0"/>
              <a:t>Small area – suitable for hostels</a:t>
            </a:r>
            <a:r>
              <a:rPr lang="en-IN" dirty="0"/>
              <a:t> or</a:t>
            </a:r>
            <a:r>
              <a:rPr dirty="0"/>
              <a:t> classrooms</a:t>
            </a:r>
            <a:r>
              <a:rPr lang="en-IN" dirty="0"/>
              <a:t>.</a:t>
            </a:r>
          </a:p>
          <a:p>
            <a:r>
              <a:rPr lang="en-IN" dirty="0"/>
              <a:t>Large Areas – suitable for hosting tournaments.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4BE9AB-6071-998C-51F3-553CCA690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0701" y="3913237"/>
            <a:ext cx="2108941" cy="21089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69FBDE-380B-32C9-4AD2-D065B2388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203" y="3913237"/>
            <a:ext cx="2271294" cy="21238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Basic Gameplay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One team starts as attackers, the other as defenders.</a:t>
            </a:r>
          </a:p>
          <a:p>
            <a:r>
              <a:rPr dirty="0"/>
              <a:t>Defenders dodge </a:t>
            </a:r>
            <a:r>
              <a:rPr lang="en-IN" dirty="0"/>
              <a:t>(movements restricted to duck/left and right)</a:t>
            </a:r>
            <a:r>
              <a:rPr dirty="0"/>
              <a:t>.</a:t>
            </a:r>
          </a:p>
          <a:p>
            <a:r>
              <a:rPr dirty="0"/>
              <a:t>Roles can instantly switch on a perfect catch</a:t>
            </a:r>
            <a:r>
              <a:rPr lang="en-IN" dirty="0"/>
              <a:t>/on being hit</a:t>
            </a:r>
            <a:r>
              <a:rPr dirty="0"/>
              <a:t>.</a:t>
            </a:r>
            <a:endParaRPr lang="en-IN" dirty="0"/>
          </a:p>
          <a:p>
            <a:r>
              <a:rPr lang="en-IN" dirty="0"/>
              <a:t>Successful hits add to team points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Scoring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Body </a:t>
            </a:r>
            <a:r>
              <a:rPr dirty="0"/>
              <a:t>Hit = </a:t>
            </a:r>
            <a:r>
              <a:rPr b="1" dirty="0"/>
              <a:t>+1</a:t>
            </a:r>
            <a:r>
              <a:rPr dirty="0"/>
              <a:t> point for attacking team.</a:t>
            </a:r>
          </a:p>
          <a:p>
            <a:r>
              <a:rPr dirty="0"/>
              <a:t>Perfect Catch = instant role switch.</a:t>
            </a:r>
          </a:p>
          <a:p>
            <a:r>
              <a:rPr lang="en-IN" dirty="0"/>
              <a:t>The team with more points over the span of the match </a:t>
            </a:r>
            <a:r>
              <a:rPr dirty="0"/>
              <a:t>wins.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Match Format</a:t>
            </a:r>
            <a:r>
              <a:rPr lang="en-IN" b="1" dirty="0"/>
              <a:t>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</a:t>
            </a:r>
            <a:r>
              <a:rPr dirty="0"/>
              <a:t>Target score</a:t>
            </a:r>
            <a:r>
              <a:rPr lang="en-IN" dirty="0"/>
              <a:t> to complete</a:t>
            </a:r>
          </a:p>
          <a:p>
            <a:r>
              <a:rPr lang="en-IN" dirty="0"/>
              <a:t>A period of time with no limit to points</a:t>
            </a:r>
            <a:endParaRPr dirty="0"/>
          </a:p>
          <a:p>
            <a:r>
              <a:rPr dirty="0"/>
              <a:t>Best of 3 rounds can be played for tournaments</a:t>
            </a:r>
            <a:r>
              <a:rPr lang="en-IN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Mechanics and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Defenders must stay on their line (can bend, sway, jump</a:t>
            </a:r>
            <a:r>
              <a:rPr lang="en-IN" dirty="0"/>
              <a:t> &amp; move horizontally</a:t>
            </a:r>
            <a:r>
              <a:rPr dirty="0"/>
              <a:t>).</a:t>
            </a:r>
          </a:p>
          <a:p>
            <a:r>
              <a:rPr dirty="0"/>
              <a:t>Attackers aim to pin opponents using speed &amp; strategy.</a:t>
            </a:r>
          </a:p>
          <a:p>
            <a:r>
              <a:rPr dirty="0"/>
              <a:t>Catch must be clean – no slips or rebounds.</a:t>
            </a:r>
          </a:p>
          <a:p>
            <a:r>
              <a:rPr dirty="0"/>
              <a:t>Game ends when </a:t>
            </a:r>
            <a:r>
              <a:rPr lang="en-IN" dirty="0"/>
              <a:t>either </a:t>
            </a:r>
            <a:r>
              <a:rPr dirty="0"/>
              <a:t>one team scores </a:t>
            </a:r>
            <a:r>
              <a:rPr lang="en-IN" dirty="0"/>
              <a:t>the max</a:t>
            </a:r>
            <a:r>
              <a:rPr dirty="0"/>
              <a:t> points</a:t>
            </a:r>
            <a:r>
              <a:rPr lang="en-IN" dirty="0"/>
              <a:t> or the time runs out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Core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Attackers:</a:t>
            </a:r>
            <a:r>
              <a:rPr dirty="0"/>
              <a:t> </a:t>
            </a:r>
            <a:r>
              <a:rPr lang="en-IN" dirty="0"/>
              <a:t>S</a:t>
            </a:r>
            <a:r>
              <a:rPr dirty="0"/>
              <a:t>peed variation, </a:t>
            </a:r>
            <a:r>
              <a:rPr lang="en-IN" dirty="0"/>
              <a:t>Timed-strategy </a:t>
            </a:r>
            <a:r>
              <a:rPr dirty="0"/>
              <a:t>and teamwork.</a:t>
            </a:r>
          </a:p>
          <a:p>
            <a:r>
              <a:rPr b="1" dirty="0"/>
              <a:t>Defenders:</a:t>
            </a:r>
            <a:r>
              <a:rPr dirty="0"/>
              <a:t> Stay agile, time the perfect catch.</a:t>
            </a:r>
          </a:p>
          <a:p>
            <a:r>
              <a:rPr b="1" dirty="0"/>
              <a:t>Both teams:</a:t>
            </a:r>
            <a:r>
              <a:rPr dirty="0"/>
              <a:t> Communicate and anticipate opponent moves.</a:t>
            </a:r>
            <a:r>
              <a:rPr lang="en-IN" dirty="0"/>
              <a:t> Also try to trick them by catching and switching instantly.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83E7E6-71C4-45CD-93D4-01BCAF13EAAD}"/>
              </a:ext>
            </a:extLst>
          </p:cNvPr>
          <p:cNvSpPr txBox="1"/>
          <p:nvPr/>
        </p:nvSpPr>
        <p:spPr>
          <a:xfrm>
            <a:off x="3072580" y="2459504"/>
            <a:ext cx="29988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i="1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686981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135</TotalTime>
  <Words>404</Words>
  <Application>Microsoft Office PowerPoint</Application>
  <PresentationFormat>On-screen Show (4:3)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Algerian</vt:lpstr>
      <vt:lpstr>Arial</vt:lpstr>
      <vt:lpstr>Garamond</vt:lpstr>
      <vt:lpstr>Organic</vt:lpstr>
      <vt:lpstr>SwitchBall</vt:lpstr>
      <vt:lpstr>Overview</vt:lpstr>
      <vt:lpstr>Player Requirements</vt:lpstr>
      <vt:lpstr>Game Field Setup</vt:lpstr>
      <vt:lpstr>Required Equipments</vt:lpstr>
      <vt:lpstr>Basic Gameplay</vt:lpstr>
      <vt:lpstr>Scoring System</vt:lpstr>
      <vt:lpstr>Match Formats</vt:lpstr>
      <vt:lpstr>Mechanics and Rules</vt:lpstr>
      <vt:lpstr>Core Strategies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gargparas2005@gmail.com</cp:lastModifiedBy>
  <cp:revision>18</cp:revision>
  <dcterms:created xsi:type="dcterms:W3CDTF">2013-01-27T09:14:16Z</dcterms:created>
  <dcterms:modified xsi:type="dcterms:W3CDTF">2026-01-16T08:33:23Z</dcterms:modified>
  <cp:category/>
</cp:coreProperties>
</file>